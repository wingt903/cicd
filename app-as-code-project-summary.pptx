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91440"/>
            <a:ext cx="54864" cy="731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4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0"/>
                </a:solidFill>
              </a:rPr>
              <a:t>CI/CD Platform  |  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91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C8F0"/>
                </a:solidFill>
              </a:rPr>
              <a:t>Programme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38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A0D0"/>
                </a:solidFill>
              </a:rPr>
              <a:t>June 2026  |  Platform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" y="1042415"/>
            <a:ext cx="384048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06070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📌 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1316736"/>
            <a:ext cx="38404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" y="1371600"/>
            <a:ext cx="367588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1A2E"/>
                </a:solidFill>
              </a:rPr>
              <a:t>Phase 1 – App as Code CI/CD Platform (FROZEN BASELINE v1.0)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In Scope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GitHub Actions CI/CD: build → scan → test → release → promote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Golden AMI build (Ansible) + IaC provisioning (Terraform)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Security gates: SAST, secret scan, image scan (ECR/Inspector)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Environments: dev → test → prod with approval gates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Drift detection, auto-remediation &amp; compliance evidence (S3)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Runtimes: WebLogic→Tomcat migration, Apache Tomcat, Python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Out of Scope (Phase 1)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ServiceNow integration (Phase 2)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Digital signature controls  |  App source-code logic/testing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042415"/>
            <a:ext cx="384048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06070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📅  PROJECT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8" y="1316736"/>
            <a:ext cx="38404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371600"/>
            <a:ext cx="367588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1A2E"/>
                </a:solidFill>
              </a:rPr>
              <a:t>Milestone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Architecture Baseline frozen (v1.0 – Jun 2026)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Component context + C4 diagrams complete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Requirement Traceability Matrix (001–008) met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Pipeline scaffold + Terraform / Ansible ready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🔄 POC – Tomcat ECS/Fargate (in progress)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⬜ ServiceNow integration (Phase 2)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⬜ Newcastle Workshop – Show &amp; Tell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Promotion Model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dev (auto)  →  test (quality gate)  →  prod (manual approval)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Fail-closed: rejected release IDs blocked via SSM Decision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042415"/>
            <a:ext cx="384048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06070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⚠️  RISKS &amp; ISSUES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316736"/>
            <a:ext cx="384048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371600"/>
            <a:ext cx="367588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1A2E"/>
                </a:solidFill>
              </a:rPr>
              <a:t>Risks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🔴 WebLogic apps: Fargate multicast not supported → must migrate to Tomcat first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🔴 OAM/Ping IdP apps: must switch to Entra ID before containerisation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🟡 Windows containers: large image size, limited Fargate support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🟡 COTS products: vendor support &amp; licensing assessment required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🟡 Stateful apps: session externalisation to Redis required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Issues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⚠️  Terraform ECS/Fargate Tomcat resources not yet provisioned (POC gap)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⚠️  Deploy-dev job still placeholder – real ECS deployment pending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⚠️  FR-04 evidence schema/reporting deferred to Phase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" y="2999231"/>
            <a:ext cx="580644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" y="3017519"/>
            <a:ext cx="5669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🔗  DEPENDENCIES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" y="3273551"/>
            <a:ext cx="580644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3328415"/>
            <a:ext cx="5641848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1A2E"/>
                </a:solidFill>
              </a:rPr>
              <a:t>AWS Platform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AWS OIDC trust configured per env (dev / test / prod accounts)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IAM roles: AWS_DEV / TEST / PROD_ROLE_ARN provided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VPC / subnets / SGs pre-provisioned before POC execution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Identity &amp; Access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Microsoft Entra ID app registration (Identity team)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All non-Entra IdPs (OAM, Ping) must migrate before onboarding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GitHub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GitHub Environments (dev/test/prod) with required reviewers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GitHub Advanced Security enabled (SAST, secret scan, Dependabot)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Tooling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Terraform backend (S3 + DynamoDB) per env  |  Datadog account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• Amazon Inspector + ECR scanning  |  tfsec + Checkov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2999231"/>
            <a:ext cx="594360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017519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🚀  POC / SHOW &amp; TELL — Tomcat on ECS Fargate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8" y="3273551"/>
            <a:ext cx="594360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3328415"/>
            <a:ext cx="5779008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1A2E"/>
                </a:solidFill>
              </a:rPr>
              <a:t>Objective: Prove 'Deployment is a GitHub event – not a human console activity'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What we will demonstrate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1. Developer pushes code (or triggers workflow_dispatch) – no AWS Console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2. GitHub Actions builds Tomcat image from sample-code/tomcat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3. Image pushed to ECR with immutable SHA tag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4. Terraform applies ECS Fargate stack (cluster / service / ALB)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5. ECS service updated; smoke test validates ALB endpoint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6. Deployment summary published: image, SHA, endpoint, workflow run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1">
                <a:solidFill>
                  <a:srgbClr val="1A1A2E"/>
                </a:solidFill>
              </a:rPr>
              <a:t>Success Criteria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No developer AWS console access needed  ✅ ECS tasks healthy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✅ ALB returns Tomcat Hello World  ✅ Evidence tied to commit SHA</a:t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A1A2E"/>
                </a:solidFill>
              </a:rPr>
              <a:t>Next hardening: Blue/green deploy · HTTPS · WAF · Private subnets · prod approvals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61111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A0D0"/>
                </a:solidFill>
              </a:rPr>
              <a:t>CONFIDENTIAL  |  Platform Engineering  |  App as Code – Phase 1 Baseline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611112"/>
            <a:ext cx="5605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0A0D0"/>
                </a:solidFill>
              </a:rPr>
              <a:t>Prepared for: Newcastle Workshop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